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Nghiên cứu ứng dụng kiến trúc Microservices và Trí tuệ nhân tạo xây dựng hệ thống quản lý và tạo sinh đề thi trắc nghiệm cho học sinh THPT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Giảng viên hướng dẫn: ThS. Nguyễn Hoàng Anh</a:t>
            </a:r>
          </a:p>
          <a:p/>
          <a:p>
            <a:r>
              <a:t>Sinh viên thực hiện:</a:t>
            </a:r>
          </a:p>
          <a:p>
            <a:r>
              <a:t>- Nguyễn Văn Chiến (B21DVCN029)</a:t>
            </a:r>
          </a:p>
          <a:p>
            <a:r>
              <a:t>- Khuất Văn Vũ (B21DVCN199)</a:t>
            </a:r>
          </a:p>
          <a:p>
            <a:r>
              <a:t>- Đào Hà Ngân (B21DVCN118)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Đặt vấn đề &amp; Lý do chọn đề tài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Thực trạng: Quản lý câu hỏi thủ công, tạo đề thi và trộn đề mất nhiều thời gian, dễ sai sót.</a:t>
            </a:r>
          </a:p>
          <a:p>
            <a:r>
              <a:t>Nhu cầu: Cần một hệ thống số hóa, tự động hóa toàn diện quy trình đánh giá, kiểm tra năng lực học sinh THPT.</a:t>
            </a:r>
          </a:p>
          <a:p>
            <a:r>
              <a:t>Giải pháp: Ứng dụng công nghệ mới (AI, Microservices) để giải quyết bài toán.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Mục tiêu hệ thống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Quản lý ngân hàng câu hỏi đa dạng (cấp độ tư duy, thành phần năng lực, chủ đề).</a:t>
            </a:r>
          </a:p>
          <a:p>
            <a:r>
              <a:t>Hỗ trợ tạo đề thi tự động/thủ công, sinh mã đề hoán vị và thi trực tuyến.</a:t>
            </a:r>
          </a:p>
          <a:p>
            <a:r>
              <a:t>Tích hợp Trí tuệ nhân tạo (AI) hỗ trợ sinh câu hỏi và tự động tạo đề thi.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Công nghệ &amp; Nền tảng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Kiến trúc: Microservices.</a:t>
            </a:r>
          </a:p>
          <a:p>
            <a:r>
              <a:t>Backend: Python, FastAPI.</a:t>
            </a:r>
          </a:p>
          <a:p>
            <a:r>
              <a:t>Frontend: React, TypeScript.</a:t>
            </a:r>
          </a:p>
          <a:p>
            <a:r>
              <a:t>Cơ sở dữ liệu: MySQL, TiDB.</a:t>
            </a:r>
          </a:p>
          <a:p>
            <a:r>
              <a:t>Trí tuệ nhân tạo: Google Gemini AI.</a:t>
            </a:r>
          </a:p>
          <a:p>
            <a:r>
              <a:t>(Gợi ý: Chỉ cần để logo các công nghệ trên slide)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Kiến trúc hệ thống tổng thể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Áp dụng mô hình Microservices đảm bảo tính linh hoạt, khả năng mở rộng.</a:t>
            </a:r>
          </a:p>
          <a:p>
            <a:r>
              <a:t>Luồng giao tiếp qua API Gateway điều hướng request.</a:t>
            </a:r>
          </a:p>
          <a:p>
            <a:r>
              <a:t>[Chèn Hình 2.1: Kiến trúc hệ thống tổng thể vào đây]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Các tác nhân &amp; Phân quyền (RBAC)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Các vai trò chính: Quản trị viên, Trưởng phòng giáo vụ, Tổ trưởng, Giảng viên, Thí sinh.</a:t>
            </a:r>
          </a:p>
          <a:p>
            <a:r>
              <a:t>Cơ chế bảo mật: Xác thực bằng JWT, phân quyền theo vai trò (RBAC).</a:t>
            </a:r>
          </a:p>
          <a:p>
            <a:r>
              <a:t>[Chèn sơ đồ các tác nhân/vai trò vào đây]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Quy trình nghiệp vụ cốt lõi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Bước 1: Tạo và duyệt câu hỏi.</a:t>
            </a:r>
          </a:p>
          <a:p>
            <a:r>
              <a:t>Bước 2: Thiết lập ma trận đề thi.</a:t>
            </a:r>
          </a:p>
          <a:p>
            <a:r>
              <a:t>Bước 3: Sinh đề thi gốc.</a:t>
            </a:r>
          </a:p>
          <a:p>
            <a:r>
              <a:t>Bước 4: Hoán vị mã đề.</a:t>
            </a:r>
          </a:p>
          <a:p>
            <a:r>
              <a:t>Bước 5: Tổ chức thi trực tuyến.</a:t>
            </a:r>
          </a:p>
          <a:p>
            <a:r>
              <a:t>[Chèn Hình 2.2: Quy trình nghiệp vụ hệ thống vào đây]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Thiết kế Cơ sở dữ liệu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Lưu trữ ngân hàng câu hỏi lớn bằng CSDL phân tán TiDB kết hợp MySQL.</a:t>
            </a:r>
          </a:p>
          <a:p>
            <a:r>
              <a:t>Bóc tách cơ sở dữ liệu cho từng service, đảm bảo tính nhất quán.</a:t>
            </a:r>
          </a:p>
          <a:p>
            <a:r>
              <a:t>[Chèn Hình 2.3.1.3: Sơ đồ ERD khái quát vào đây]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Quản lý Ngân hàng câu hỏi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Phân loại sâu: Cấp độ tư duy, Thành phần năng lực, Khối lớp, Chủ đề, Loại câu hỏi.</a:t>
            </a:r>
          </a:p>
          <a:p>
            <a:r>
              <a:t>Quản lý dễ dàng, lưu trữ tập trung.</a:t>
            </a:r>
          </a:p>
          <a:p>
            <a:r>
              <a:t>[Chèn ảnh chụp màn hình UI Danh sách câu hỏi vào đây]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Quy trình Thẩm định câu hỏi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Quy trình duyệt nghiêm ngặt: Giảng viên soạn -&gt; Tổ trưởng duyệt/từ chối.</a:t>
            </a:r>
          </a:p>
          <a:p>
            <a:r>
              <a:t>Đảm bảo chất lượng câu hỏi trước khi đưa vào ngân hàng.</a:t>
            </a:r>
          </a:p>
          <a:p>
            <a:r>
              <a:t>[Chèn biểu đồ trạng thái của 1 câu hỏi vào đây]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 Quản lý Ma trận đề thi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Thiết lập cấu trúc đề thi linh hoạt.</a:t>
            </a:r>
          </a:p>
          <a:p>
            <a:r>
              <a:t>Quy định số lượng câu, điểm số tương ứng mức độ khó/dễ và chủ đề.</a:t>
            </a:r>
          </a:p>
          <a:p>
            <a:r>
              <a:t>[Chèn ảnh chụp UI màn hình thiết lập Ma trận đề vào đây]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 Quản lý Đề gốc &amp; Hoán vị Đề thi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Trộn đề gốc sinh ra nhiều mã đề hoán vị.</a:t>
            </a:r>
          </a:p>
          <a:p>
            <a:r>
              <a:t>Đóng gói thành các Gói đề để phân phối.</a:t>
            </a:r>
          </a:p>
          <a:p>
            <a:r>
              <a:t>Hỗ trợ xuất đề thi ra định dạng Word.</a:t>
            </a:r>
          </a:p>
          <a:p>
            <a:r>
              <a:t>[Chèn hình ảnh UI xuất Word / trộn đề vào đây]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13. Tích hợp AI: Kiến trúc xử lý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Sử dụng nền tảng: Google Gemini AI.</a:t>
            </a:r>
          </a:p>
          <a:p>
            <a:r>
              <a:t>Luồng xử lý: Nhận request -&gt; Ráp Prompt -&gt; Gọi API LLM -&gt; Phân tích JSON -&gt; Lưu DB.</a:t>
            </a:r>
          </a:p>
          <a:p>
            <a:r>
              <a:t>[Chèn sơ đồ luồng xử lý AI phía máy chủ - Hình 3.3 vào đây]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14. Kỹ thuật Prompt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Định hướng AI hiểu bối cảnh giáo dục THPT.</a:t>
            </a:r>
          </a:p>
          <a:p>
            <a:r>
              <a:t>Định dạng kết quả trả về bắt buộc chuẩn JSON.</a:t>
            </a:r>
          </a:p>
          <a:p>
            <a:r>
              <a:t>[Chèn ví dụ đoạn Prompt mẫu vào đây]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15. AI - Sinh câu hỏi tự động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Sinh nhiều dạng: Trắc nghiệm 1 lựa chọn, Đúng/Sai, Trả lời ngắn.</a:t>
            </a:r>
          </a:p>
          <a:p>
            <a:r>
              <a:t>Chỉ cần nhập Chủ đề và Mức độ, AI sẽ sinh câu hỏi + lời giải thích.</a:t>
            </a:r>
          </a:p>
          <a:p>
            <a:r>
              <a:t>[Chèn ảnh chụp UI sinh câu hỏi tự động vào đây]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16. AI - Sinh đề thi tự động theo Ma trận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Phân tích cấu trúc Ma trận đề (số lượng, mức độ, chủ đề).</a:t>
            </a:r>
          </a:p>
          <a:p>
            <a:r>
              <a:t>Tự động bốc câu hỏi từ Ngân hàng hoặc sinh câu hỏi mới lấp đầy ma trận.</a:t>
            </a:r>
          </a:p>
          <a:p>
            <a:r>
              <a:t>[Chèn ảnh UI tạo đề thi AI vào đây]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17. Đánh giá hiệu quả của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Ưu điểm: Tiết kiệm thời gian, tăng sự đa dạng của câu hỏi, ý tưởng mới mẻ.</a:t>
            </a:r>
          </a:p>
          <a:p>
            <a:r>
              <a:t>Thách thức: Hiện tượng Hallucination (AI có thể sai), cần thẩm định bởi con người.</a:t>
            </a:r>
          </a:p>
          <a:p>
            <a:r>
              <a:t>[Chèn bảng so sánh Tạo thủ công vs Tạo bằng AI vào đây]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18. Phân hệ Thi Trực tuyến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Giao diện thân thiện cho thí sinh làm bài thi.</a:t>
            </a:r>
          </a:p>
          <a:p>
            <a:r>
              <a:t>Đồng hồ đếm ngược, tự động chấm điểm, thống kê kết quả.</a:t>
            </a:r>
          </a:p>
          <a:p>
            <a:r>
              <a:t>[Chèn ảnh chụp màn hình UI lúc làm bài thi vào đây]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19. Kết quả vận hành &amp; Thống kê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Triển khai thành công toàn bộ nghiệp vụ quản lý và tạo sinh đề thi.</a:t>
            </a:r>
          </a:p>
          <a:p>
            <a:r>
              <a:t>Hệ thống hoạt động ổn định, bảo mật tốt.</a:t>
            </a:r>
          </a:p>
          <a:p>
            <a:r>
              <a:t>[Chèn ảnh Dashboard Thống kê của Quản trị viên vào đây]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20. Hạn chế, Hướng phát triển &amp; Lời cảm ơn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Hạn chế: Giới hạn API của Google Gemini, cần tối ưu chịu tải.</a:t>
            </a:r>
          </a:p>
          <a:p>
            <a:r>
              <a:t>Hướng phát triển: Cải thiện Load balancing, nghiên cứu dùng Local LLM thay thế API.</a:t>
            </a:r>
          </a:p>
          <a:p/>
          <a:p>
            <a:r>
              <a:t>XIN CHÂN THÀNH CẢM ƠN QUÝ THẦY CÔ ĐÃ LẮNG NGHE!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